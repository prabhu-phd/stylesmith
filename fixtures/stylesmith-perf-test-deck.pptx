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6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120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7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140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8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9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180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10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11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220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12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13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14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280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15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299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300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16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320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17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340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18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360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19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380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20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399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21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420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22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440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23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460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24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480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25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499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500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26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520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27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540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28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560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29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580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30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599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31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620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32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640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33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660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34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680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35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699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700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36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720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37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740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38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760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39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780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40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799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41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820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42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840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43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860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44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880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45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899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900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46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920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47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940</a:t>
            </a:r>
            <a:endParaRPr lang="en-US" sz="1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48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960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49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980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50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999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1000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51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1020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52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1040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53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1060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54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1080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55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1099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1100</a:t>
            </a:r>
            <a:endParaRPr lang="en-US" sz="12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56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1109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1119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1120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57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1129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1139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1140</a:t>
            </a:r>
            <a:endParaRPr lang="en-US" sz="12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58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1149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1159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1160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59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1169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1179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1180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D21"/>
                </a:solidFill>
              </a:rPr>
              <a:t>Performance Test — Slide 60 of 60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</a:rPr>
              <a:t>20 rounded rectangles · every 6th is tagged by the add-in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1183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0" y="12801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0" y="12801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1185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1186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1187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1188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1189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601200" y="26517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26517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1190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1191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1193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1194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9601200" y="40233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0" y="40233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1195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1196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029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1198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315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15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1199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9601200" y="5394960"/>
            <a:ext cx="2011680" cy="1143000"/>
          </a:xfrm>
          <a:prstGeom prst="roundRect">
            <a:avLst>
              <a:gd name="adj" fmla="val 12000"/>
            </a:avLst>
          </a:prstGeom>
          <a:solidFill>
            <a:srgbClr val="F5F6F7"/>
          </a:solidFill>
          <a:ln w="12700">
            <a:solidFill>
              <a:srgbClr val="D9DCD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601200" y="539496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D21"/>
                </a:solidFill>
              </a:rPr>
              <a:t>Card 1200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2026-07-23T12:01:31Z</dcterms:created>
  <dcterms:modified xsi:type="dcterms:W3CDTF">2026-07-23T12:01:32Z</dcterms:modified>
</cp:coreProperties>
</file>